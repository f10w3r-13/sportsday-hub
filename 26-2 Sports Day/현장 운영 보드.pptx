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하클 인원 이동 안건. 명륜 소속 9:30 국제관 L / 율전 소속 10:00 현장 출석. 탑승 명단은 브리핑에서 확정 후 오늘 밤 정보방 공지.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오전은 설치 승부. 입장 관리존 최우선, 11:15 점심 수령 후 하클 식사. 배치 문의 → 준비 총괄(박하늘). 전원 명단은 인원관리표·웹앱.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입장 수속 명단 배치 버전. 절차 순서는 다음 장(자료 2) 플로우로 설명. 추가 접수 절차는 브리핑에서 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오후는 게임 블록 단위. 심판 상세 규칙·명단은 자료 3 카드 단일 참조. 촬영 겹침(유주영 제기차기·최준혁 피구 보조)은 공통 카드 ⚠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혼잡한 1시간. 3번 도장판(팀·사이즈·비건)이 단체티·점심 배부의 진본. 추가 접수 절차는 이 자리에서 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대진·부전승 추첨은 개회 직후 확정. 판 개수 홀수 유지가 무승부 방지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감시 4명 배치가 규칙의 핵심 — 명단 그대로 양측 2명씩.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메인 게임은 배점 ×1.5. 생존자 집계가 점수의 전부 — 심판 4명이 탈락 관리 확실히.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안전 심판 2명이 이 게임의 핵심 — 장갑 배부 잊지 말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캐치=공격권 전환룰이 논쟁 포인트 — 시작 전 참가자에게 명시. 탈락자도 경기에 남는다는 점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하클 7번째 팀으로 참가 — 6위 점수표와 7팀 순위 정렬 방식 브리핑에서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공통 카드로 시작해 전 심판이 배점을 동일하게 이해하게 한다. ⚠ 4건은 브리핑에서 자리에서 조정 결정.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0 · 최초 집합 안내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하클 인원 최초 집합 — 9/20 (일) 아침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명륜조 09:30 · 율전조 10:00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715000" cy="2286000"/>
          </a:xfrm>
          <a:prstGeom prst="roundRect">
            <a:avLst>
              <a:gd name="adj" fmla="val 280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13716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명륜조 — 버스 탑승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557016" y="1371600"/>
            <a:ext cx="2395728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557016" y="137160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09:30 · 명륜 국제관 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" y="1810512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— 명륜 소속 하클 인원 + 명륜 소속 교환학생 (탑승 명단은 브리핑에서 확정)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6656" y="23042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09:30~10:00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29968" y="2304288"/>
            <a:ext cx="3922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출석 체크 · 버스 탑승 수속  </a:t>
            </a:r>
            <a:pPr indent="0" marL="0"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김소라 · 안령인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6656" y="26883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09:30~10:00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29968" y="2688336"/>
            <a:ext cx="3922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물품 상차  </a:t>
            </a:r>
            <a:pPr indent="0" marL="0"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임유진 · 유주영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" y="307238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10:00~10:30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29968" y="3072384"/>
            <a:ext cx="3922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탑승 안내 · 출발  </a:t>
            </a:r>
            <a:pPr indent="0" marL="0"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박서원 · 박서윤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1207008"/>
            <a:ext cx="5376672" cy="2286000"/>
          </a:xfrm>
          <a:prstGeom prst="roundRect">
            <a:avLst>
              <a:gd name="adj" fmla="val 280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74536" y="13716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율전조 — 현장 직행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116568" y="1371600"/>
            <a:ext cx="2395728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9116568" y="137160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· 율전 현장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74536" y="1810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— 율전 소속 하클 인원 · 교환학생 입장은 11:50 수속(자료 2)에서 합류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74536" y="23042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10:00~10:30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27848" y="2304288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대여물품 수령 · 출석 체크  </a:t>
            </a:r>
            <a:pPr indent="0" marL="0"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이주환 · 김재희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74536" y="26883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10:30~11:50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27848" y="2688336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경기장 준비 (입장 관리존 최우선)  </a:t>
            </a:r>
            <a:pPr indent="0" marL="0"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조별 — 자료 1-A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동선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968496"/>
            <a:ext cx="257860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5216" y="404164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09:30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명륜 국제관 L 집합·출석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054096" y="416966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355848" y="3968496"/>
            <a:ext cx="257860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483864" y="404164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10:00~10:30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출발 / 율전조 출석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952744" y="416966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54496" y="3968496"/>
            <a:ext cx="2578608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82512" y="404164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11:50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 수속 — 전원 (도장판·단체티·점심)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851392" y="4169664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153144" y="3968496"/>
            <a:ext cx="2578608" cy="786384"/>
          </a:xfrm>
          <a:prstGeom prst="roundRect">
            <a:avLst>
              <a:gd name="adj" fmla="val 8140"/>
            </a:avLst>
          </a:prstGeom>
          <a:solidFill>
            <a:srgbClr val="ECEAF7"/>
          </a:solidFill>
          <a:ln w="12700">
            <a:solidFill>
              <a:srgbClr val="4B3FA6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281160" y="404164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13:00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개회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57200" y="5010912"/>
            <a:ext cx="11274552" cy="1298448"/>
          </a:xfrm>
          <a:prstGeom prst="roundRect">
            <a:avLst>
              <a:gd name="adj" fmla="val 4930"/>
            </a:avLst>
          </a:prstGeom>
          <a:solidFill>
            <a:srgbClr val="FFF6E5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138928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— 브리핑에서 채움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□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대수 확정 (결정 ①)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□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탑승 명단 확정 → 오늘 밤 정보방 공지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□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 연락망 표기 (팀장 → 본부)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26680" y="51389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도착 후 11:50 입장 수속까지 대기 — 대기 프로그램은 9/19 공지 예정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우천 시에도 집합 시각·장소 동일 — 현장 운영은 우천 전환 공지(결정 ⑥) 따름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최종기획안 '2. 타임라인 &amp; 인원관리표' 9:30~10:30 · 버스 대수·탑승 명단은 브리핑 안건(결정 ①)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1-A · 시간대별 인원 배치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준비 — 09:30 ~ 11:50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조장 기준 — 전원 명단은 인원관리표·웹앱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170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09:30~10:00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" y="144475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명륜 국제관 L 집합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151790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탑승 수속·출석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김소라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67728" y="151790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물품 상차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임유진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74552" cy="2011680"/>
          </a:xfrm>
          <a:prstGeom prst="roundRect">
            <a:avLst>
              <a:gd name="adj" fmla="val 2273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10:00~10:30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" y="2267712"/>
            <a:ext cx="1664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출발 / 율전 준비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31720" y="234086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[명륜] 버스 탑승 안내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박서원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67728" y="234086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율전 출석체크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이주환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59689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총학 물품 이동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11명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성현중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31720" y="285292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얼음 구매 (마트)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예건희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3108960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브룸 물품 이동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11명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배현빈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336499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확인 — 대운동장 대기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9명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고연준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31720" y="362102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내부체크·총괄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윤서연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11274552" cy="2267712"/>
          </a:xfrm>
          <a:prstGeom prst="roundRect">
            <a:avLst>
              <a:gd name="adj" fmla="val 2016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096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10:30~11:50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" y="4370832"/>
            <a:ext cx="16642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경기장 준비 → 하클 식사 (팀 천막)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31720" y="444398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 관리존 설치 (최우선)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7명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성현중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31720" y="470001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경기장·미니게임 부스 설치 (60×40m)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예건희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31720" y="495604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응원·대기존 설치 (천막 2+돗자리)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전창민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31720" y="5212080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 설치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배현빈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67728" y="5212080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입장존 물품 확인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이주환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31720" y="546811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경기장 물품 확인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강재희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67728" y="546811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교환존 물품 확인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형원희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31720" y="572414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본부 물품 확인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정혜림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67728" y="572414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수령 (11:15)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고연준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331720" y="5980176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총괄 (문의처)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박하늘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최종기획안 '2. 타임라인 &amp; 인원관리표' (2026-09) · 조장 = 인원관리표 첫 담당자 · 입장 관리존 = 천막 3 · 테이블 4 · 노트북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1-B · 시간대별 인원 배치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 수속 · 개회 — 11:50 ~ 13:00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조장 기준 — 전원 명단은 인원관리표·웹앱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74552" cy="1755648"/>
          </a:xfrm>
          <a:prstGeom prst="roundRect">
            <a:avLst>
              <a:gd name="adj" fmla="val 2604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170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11:50~12:50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" y="1444752"/>
            <a:ext cx="166420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입장·점심·단체티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151790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명륜 교환 인솔 (버스 도착 즉시)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김소라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773936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 체크 (노트북)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고연준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67728" y="1773936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도장판 작성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강단비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2029968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점심·음료 배부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배솔비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7728" y="2029968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관리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임도준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2286000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단체티 배부 (부팀장, 도장판 기준)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이희수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254203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전원 — 본인 팀 천막 대기 · 팀장은 반드시 천막에서 교환과 함께 · 지각생 관리: 성현중 양서경 (13:30까지)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11274552" cy="987552"/>
          </a:xfrm>
          <a:prstGeom prst="roundRect">
            <a:avLst>
              <a:gd name="adj" fmla="val 463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12:50~13:00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" y="3291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개막 전 선수 입장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31720" y="336499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소집 — 팀장 6 · 부팀장 6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12명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배현빈 외 팀장 6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31720" y="362102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지각생 입장 관리</a:t>
            </a:r>
            <a:pPr indent="0" marL="0">
              <a:buNone/>
            </a:pPr>
            <a:r>
              <a:rPr lang="en-US" sz="1150" b="1" dirty="0">
                <a:solidFill>
                  <a:srgbClr val="B97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2명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조장 성현중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67728" y="362102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부스에서 입장 — 그 외 전원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51376"/>
            <a:ext cx="11274552" cy="1554480"/>
          </a:xfrm>
          <a:prstGeom prst="roundRect">
            <a:avLst>
              <a:gd name="adj" fmla="val 4118"/>
            </a:avLst>
          </a:prstGeom>
          <a:solidFill>
            <a:srgbClr val="ECEAF7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976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1시간의 체크포인트</a:t>
            </a:r>
            <a:endParaRPr lang="en-US" sz="135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도장판 3종 기재 — 팀 · 티셔츠 사이즈 · 비건 여부 (단체티·점심 배부의 진본)</a:t>
            </a:r>
            <a:endParaRPr lang="en-US" sz="135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인솔 6명은 탑승 → 율전 도착 후 입구에서 대기</a:t>
            </a:r>
            <a:endParaRPr lang="en-US" sz="135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우천 시에도 절차 동일 — 수성관 내 입장 관리존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최종기획안 인원관리표 11:50~12:50 · 절차 상세(6단계 플로우)는 자료 2 슬라이드 참조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1-C · 시간대별 인원 배치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— 13:00 ~ 18:00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상세는 심판 카드(자료 3) 참조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74552" cy="1243584"/>
          </a:xfrm>
          <a:prstGeom prst="roundRect">
            <a:avLst>
              <a:gd name="adj" fmla="val 3676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060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13:00~13:30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31720" y="132588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사회 ×2 김지원·김소라 · 지각생 입장 관리 ×2 성현중·양서경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55448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인솔 — 팀장 6 · 상세 = 자료 2 플로우 5단계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178308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 노래(BGM) 김나경·이현서 · 중앙부스 윤서연·정혜림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01168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국민체조 시범 ×5 이대현·전창민·박하늘·이강서·윤시현 — 그 외: 본부 제외 본인 팀과 참여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11274552" cy="1700784"/>
          </a:xfrm>
          <a:prstGeom prst="roundRect">
            <a:avLst>
              <a:gd name="adj" fmla="val 2688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368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13:30~15:15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263347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— 점수 집계(노트북) 고연준·이주환 · 도장/뽑기/간식 이현지·김민정 · 페이스페인팅 임종욱·김민서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286207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색깔 판 뒤집기 13:30~14:10 — 주심 이현서 · 상세 → 카드 3-1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309067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무궁화 14:10~14:50 — 술래 이강서 · 상세 → 카드 3-2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331927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찾기 (메인) 14:50~15:10 — 리드 강단비 · 생존집계 이현서 · → 카드 3-3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354787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부스 — 총괄 박하늘 · 제기차기 유주영 · 비어퐁 유민우 · 줄넘기 전창민·권재현 · 도장/대기 임유진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3776472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15:10~15:45 중간 — 점수 중간점검 고연준·이주환 · 중간 발표(사회) 김지원·김소라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11274552" cy="1700784"/>
          </a:xfrm>
          <a:prstGeom prst="roundRect">
            <a:avLst>
              <a:gd name="adj" fmla="val 2688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4133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15:50~17:35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1720" y="4398264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— 점수 집계 고연준·이주환 · 도장/뽑기 강지예·뭉흐솝드·이용재 · 페이스페인팅 이강서·김재희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4626864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줄다리기 15:50~16:20 — 주심 임도준 · 상세 → 카드 3-4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4855464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피구 16:20~17:10 — 주심 임종욱 · 상세 → 카드 3-5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5084064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부스 — 총괄 유민우 · 페트병 권나혜·한고은 · 감정퀴즈 전정민·예건희 · 병뚜껑 박서원·안령인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31720" y="5312664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계주 (메인) 17:10~17:35 — 주심 최준혁 · 상세 → 카드 3-6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31720" y="5541264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17:35~18:00 시상 — 최종 집계 고연준·이주환 · 최종 발표(사회) 김지원·김소라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861304"/>
            <a:ext cx="11274552" cy="557784"/>
          </a:xfrm>
          <a:prstGeom prst="roundRect">
            <a:avLst>
              <a:gd name="adj" fmla="val 8197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5897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18:00~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331720" y="6163056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뒷정리 다 같이 — 설치자가 철거: 천막 → 농구장 앞 · 브룸 원복 · 촬영(12~18:10) 유주영·최준혁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공통 — 사회 김지원·김소라 · 교환 인솔 팀장 6 (배현빈 박서윤 이도연 강재희 김나은 전윤정) · ⚠ 촬영 2명은 부스운영/보조심판과 겹침 — 브리핑에서 조정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2 · 입장 수속 플로우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11:50 ~ 12:50 — 버스 도착부터 팀 천막까지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 도착 · 인솔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즉시 인솔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정보방 도착 공지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김소라 박서윤 유주영 임유진 박서원 안령인 (6)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957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</p:sp>
      <p:sp>
        <p:nvSpPr>
          <p:cNvPr id="13" name="Text 11"/>
          <p:cNvSpPr/>
          <p:nvPr/>
        </p:nvSpPr>
        <p:spPr>
          <a:xfrm>
            <a:off x="23957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출석 체크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3774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교환 명단 대조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지참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774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고연준 이주환 성현중 양서경 (4)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319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ECEAF7"/>
          </a:solidFill>
          <a:ln w="15240">
            <a:solidFill>
              <a:srgbClr val="4B3FA6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245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</p:sp>
      <p:sp>
        <p:nvSpPr>
          <p:cNvPr id="20" name="Text 18"/>
          <p:cNvSpPr/>
          <p:nvPr/>
        </p:nvSpPr>
        <p:spPr>
          <a:xfrm>
            <a:off x="42245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도장판 기록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062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· 티셔츠 사이즈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비건 여부 — 3종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062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강단비 김민서 권나혜 김나은 (4)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607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533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</p:sp>
      <p:sp>
        <p:nvSpPr>
          <p:cNvPr id="27" name="Text 25"/>
          <p:cNvSpPr/>
          <p:nvPr/>
        </p:nvSpPr>
        <p:spPr>
          <a:xfrm>
            <a:off x="60533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· 음료 배부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0350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+ 물 + 이온음료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관리 병행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350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배솔비 김민정 이현서 신지나 (4)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줄: 임도준 윤시현 이나원 한고은 (4)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895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7724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8821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</p:sp>
      <p:sp>
        <p:nvSpPr>
          <p:cNvPr id="34" name="Text 32"/>
          <p:cNvSpPr/>
          <p:nvPr/>
        </p:nvSpPr>
        <p:spPr>
          <a:xfrm>
            <a:off x="78821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638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천막 안내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8638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천막 2개씩 · 돗자리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8638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6 — 배현빈 박서윤 이도연 강재희 김나은 전윤정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4183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601200" y="1371600"/>
            <a:ext cx="1700784" cy="265176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3600000">
              <a:srgbClr val="26224A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710928" y="1481328"/>
            <a:ext cx="310896" cy="310896"/>
          </a:xfrm>
          <a:prstGeom prst="ellipse">
            <a:avLst/>
          </a:prstGeom>
          <a:solidFill>
            <a:srgbClr val="4B3FA6"/>
          </a:solidFill>
          <a:ln/>
        </p:spPr>
      </p:sp>
      <p:sp>
        <p:nvSpPr>
          <p:cNvPr id="41" name="Text 39"/>
          <p:cNvSpPr/>
          <p:nvPr/>
        </p:nvSpPr>
        <p:spPr>
          <a:xfrm>
            <a:off x="971092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92640" y="1847088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단체티 배부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692640" y="2377440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도장판 기준 교환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불일치 즉시 보고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692640" y="3072384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부팀장 6 — 이희수 전창민 서인호 이현지 최준혁 예건희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297680"/>
            <a:ext cx="7406640" cy="2011680"/>
          </a:xfrm>
          <a:prstGeom prst="roundRect">
            <a:avLst>
              <a:gd name="adj" fmla="val 3182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443484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— 지각생 입장 관리: 성현중 · 양서경 (12:50~13:30까지 계속)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13232" y="4773168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입장료 미납 → 현장 수금 + receipt 제공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단체티 사이즈 불일치 → 본부 보고 후 조정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우천 시에도 수속 동일 (수성관 내 입장 관리존)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092440" y="4297680"/>
            <a:ext cx="3639312" cy="2011680"/>
          </a:xfrm>
          <a:prstGeom prst="roundRect">
            <a:avLst>
              <a:gd name="adj" fmla="val 3182"/>
            </a:avLst>
          </a:prstGeom>
          <a:solidFill>
            <a:srgbClr val="FFF6E5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1040" y="44805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— 브리핑에서 채움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□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접수(현장 대기) 절차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□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 초과 시 티/식사 배분 규칙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최종기획안 '1. 행사 기획안' 입장 수속 1~3 + 인원관리표 11:50~12:50 · 입장 관리존: 천막 3 · 테이블 4 · 노트북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3-1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색깔 판 뒤집기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13:30 ~ 14:10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B3F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토너먼트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경기당 3분 + 준비 5분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팀당 10명 출전 · 2팀씩 대진, 1팀은 부전승 (대표 가위바위보)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동안 상대 팀 색깔 판을 뒤집어 자기 팀 색으로 변경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무승부 방지 — 전체 판 개수는 반드시 '홀수' 세팅 (35장)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종료 후 본인 팀 색 판이 더 많은 팀 승리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ECEAF7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(토너먼트 공통)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· 80 · 60 · 40 · 20 · 10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부전승 포함 1~6위 모두 순위 확정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 — 이현서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보조심판 — 이나원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보조 — 이강서 · 성현중 · 김재희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강단비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주심: 종료 호루라기, 방해 행위 경고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보조심판: 경기 전후 판 뒤집기 인원 식별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판 세팅·정리, 판 개수 집계해 심판에게 전달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호루라기 · 양면 색깔 판 35장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4224528"/>
            <a:ext cx="4507992" cy="804672"/>
          </a:xfrm>
          <a:prstGeom prst="roundRect">
            <a:avLst>
              <a:gd name="adj" fmla="val 7955"/>
            </a:avLst>
          </a:prstGeom>
          <a:solidFill>
            <a:srgbClr val="FFF6E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확인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요구 인원 보조 4명 → 배정 3명 (1명 부족)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3-2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무궁화 꽃이 피었습니다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14:10 ~ 14:50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B3F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토너먼트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경기당 1분 + 준비 5분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팀당 전원 참여 · 술래는 인사이드아웃 복장, 구호는 엇박으로 어렵게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술래가 돌아본 순간 정지 — 움직임 발각 시 뿅망치 터치 → 탈락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술래에게 먼저 도달해 터치하면 해당 팀 라운드 승리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제한시간 1분 내 미도달 시 가장 앞선 참가자의 팀 승리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술래가 뒤돌아 본 동안은 시간 카운트 일시정지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ECEAF7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(토너먼트 공통)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· 80 · 60 · 40 · 20 · 10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술래 — 이강서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하클 감시 심판 — 이나원 · 성현중 · 이대현 · 이주환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— 강단비 · 이현서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김재희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 심판: 양측 2명씩 배치, 발견 즉시 뿅망치 터치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출발선 관리, 탈락자 구역 이동 안내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술래 구호는 마이크 사용 (잘 들리게)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인사이드아웃 복장 세트 · 뿅망치 2개 이상 · 콘/테이프 · 마이크·스피커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3-3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찾기 게임 (메인)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14:50 ~ 15:10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게임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5 + 연습 5 + 본게임 10 = 20분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참여 · 음악 중 자유 이동 → 숫자 호명 시 그 수만큼 원형 진형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동작 지시 — Joy: 어깨동무·한바퀴 / Sadness: 쪼그려 앉기 / Disgust: 팔짱·쳐다보기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Anger: 등 맞대고 주먹 / Fear: 어깨동무·눈 감기 / Anxiety: 제자리 발 구르기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실패 또는 숫자 불일치 시 탈락 (경기장 밖 이동)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4번 호명 후 또는 약 20명 생존 시 팀별 생존자 집계 — 동수는 동점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FFF6E5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(메인 ×1.5)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· 120 · 90 · 60 · 30 · 15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4 — 강단비 · 성현중 · 이나원 · 김재희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생존자 집계(보조) — 이현서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이강서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4: 탈락자 경기장 외부로 이동 안내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생존자 수 집계 → 사회자에게 전달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사회자: 시작·종료 공지, 룰 설명, 숫자 호명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· 호루라기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3-4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줄다리기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15:50 ~ 16:20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B3F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토너먼트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경기당 2분 + 준비 3분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팀당 20명 — 5개 줄에 자유 배분 (전략 수립 1분, 인원·성별 구성 동일)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방사형 5개 줄, 각 진영 5m 이격 대기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진영으로 줄을 '완전히' 가져와야 인정 — 3개 줄 먼저 승리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2:2에서 2분 내 결판 안 나면 중앙 표시가 승리선에 가까운 팀 승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한국인·교환학생이 한 팀에 섞이도록 구성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ECEAF7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(토너먼트 공통)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· 80 · 60 · 40 · 20 · 10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 — 임도준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심판 — 이희수 · 배솔비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보조 — 양서경 · 장혜원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서인호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주심: 시작·종료 신호, 반칙(밀치기·발 걸기) 판정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심판: 양쪽에서 줄·참가자 상태 확인, 사고 예방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팀 정렬, 줄 위치 확인, 참가자 안내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로프 6개 · 콘/테이프 · 조끼/캐릭터 소품 · 중앙 깃발 · 호루라기 · 점수판 · 타이머 · 미끄럼 방지 장갑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3-5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Protect the Sadness! (피구)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16:20 ~ 17:10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B3F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토너먼트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경기당 8~10분 + 교체 3분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팀당 12명 (한국인+교환학생 혼합) · 각 팀 '우울이' 1명 지정 — 감정 캐릭터 머리띠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공에 맞으면 탈락 → 상대 진영 사이드로 넘어가 경기 계속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바운드 없이 직접 잡으면 공격권 획득, 그 공으로 공격 가능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우울이 탈락 또는 전원 탈락시키는 팀 승리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2팀씩 대진 토너먼트 · 2팀 부전승 (대표 가위바위보)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ECEAF7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(토너먼트 공통)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· 80 · 60 · 40 · 20 · 10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 — 임종욱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심판 — 형원희 · 최준혁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보조 — 오윤주 · 이은재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윤시현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주심: 아웃 판정 및 경기 진행 전반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심판: 양쪽 코트 아웃 여부 확인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공 관리, 탈락자 이동 안내, 점수 기록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피구공 2개 · 팀 조끼 · 우울이 머리띠 · 경계 콘 · 탈락자 구역 콘 · 호루라기 · 점수판 · 타이머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3-6 · 심판 카드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혼성 계주 (메인)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17:10 ~ 17:35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2743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2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게임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0" y="27432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단판 20분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6492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하클 팀 포함 7팀 동시 출전 · 팀당 6명 (여 3 · 남 3)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 → 남 순서로 반 바퀴씩 릴레이 · 마지막 주자 결승선 통과 순위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도착 시 영상 판별 — 홍보부 촬영 협조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하클 팀을 이기면 추가 10점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115568"/>
            <a:ext cx="4507992" cy="1371600"/>
          </a:xfrm>
          <a:prstGeom prst="roundRect">
            <a:avLst>
              <a:gd name="adj" fmla="val 4667"/>
            </a:avLst>
          </a:prstGeom>
          <a:solidFill>
            <a:srgbClr val="FFF6E5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23444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(메인 ×1.5)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· 120 · 90 · 60 · 30 · 15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· 120 · 90 · 60 · 30 · 15 + 하클 격파 시 10점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심판 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962656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 — 최준혁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— 서인호 · 전창민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보조 — 이현지 · 이은재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부스·현장 관리 — 배솔비 · 김나경 · 권나혜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6537960" cy="1783080"/>
          </a:xfrm>
          <a:prstGeom prst="roundRect">
            <a:avLst>
              <a:gd name="adj" fmla="val 3590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52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포인트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4645152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주심: 시작 신호, 반칙(코스 침범 등) 판정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트랙 심판: 곳곳 배치 반칙 확인 + 결승선 판독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보조: 5번째 주자 바통 전달 시 결승 테이프 준비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5138928"/>
            <a:ext cx="4507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바톤 7개 · 트랙 마킹 콘 30개 · 결승 테이프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4224528"/>
            <a:ext cx="4507992" cy="804672"/>
          </a:xfrm>
          <a:prstGeom prst="roundRect">
            <a:avLst>
              <a:gd name="adj" fmla="val 7955"/>
            </a:avLst>
          </a:prstGeom>
          <a:solidFill>
            <a:srgbClr val="FFF6E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확인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요구 심판 4명(시작 1+트랙 3) → 배정 주심 1+보조 2 · 7팀 순위 처리도 확인 필요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원문: '스포츠데이 컨텐츠팀.docx' 발췌 · 배정: 인원관리표 · 공통 — 사회 김지원 · 김소라  |  교환 인솔 팀장 6  |  경기 종료 후 점수 → 본부 옆 집계 (고연준·이주환)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3-0 · 심판 공통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대진 · 운영 공통 규칙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토너먼트 (색판 · 무궁화 · 줄다리기 · 피구)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57607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00100"/>
                <a:gridCol w="800100"/>
                <a:gridCol w="800100"/>
                <a:gridCol w="800100"/>
                <a:gridCol w="800100"/>
                <a:gridCol w="8001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F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B3FA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188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게임 ×1.5 (짝찾기 · 계주)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81328"/>
          <a:ext cx="57607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00100"/>
                <a:gridCol w="800100"/>
                <a:gridCol w="800100"/>
                <a:gridCol w="800100"/>
                <a:gridCol w="800100"/>
                <a:gridCol w="8001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2606040"/>
            <a:ext cx="5760720" cy="1691640"/>
          </a:xfrm>
          <a:prstGeom prst="roundRect">
            <a:avLst>
              <a:gd name="adj" fmla="val 3784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2724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6팀 토너먼트 대진 (부전승 포함)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13232" y="301752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제비뽑기 2팀 → 준결승 직행 (부전승)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4팀 제비뽑기 → 1라운드 2경기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— 1위 결승승자 · 2위 결승패자 · 3위 준결승패자中승 · 4위 준결승패자中패 · 5위 1라운드패자中승 · 6위 1라운드패자中패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부전승 팀도 1~6위 정상 확정, 배점 그대로 적용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63640" y="260604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F7F6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92240" y="2724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미니게임 — 스탬프 투어 (토너먼트 점수 무관)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19672" y="301752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시 도장 1개 (칸별 중복 불가) · 실패 시 줄 뒤로 재도전 가능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 2개 = 뽑기 1회 (뽑기 후 도장에 체크)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부스 A — 제기차기 · 비어퐁 · 단체 줄넘기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부스 B — 감정 몸짓 퀴즈 · 페트병 세우기 · 병뚜껑 컬링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4526280"/>
            <a:ext cx="5760720" cy="777240"/>
          </a:xfrm>
          <a:prstGeom prst="roundRect">
            <a:avLst>
              <a:gd name="adj" fmla="val 8235"/>
            </a:avLst>
          </a:prstGeom>
          <a:solidFill>
            <a:srgbClr val="ECEAF7"/>
          </a:solidFill>
          <a:ln/>
        </p:spPr>
      </p:sp>
      <p:sp>
        <p:nvSpPr>
          <p:cNvPr id="15" name="Text 11"/>
          <p:cNvSpPr/>
          <p:nvPr/>
        </p:nvSpPr>
        <p:spPr>
          <a:xfrm>
            <a:off x="685800" y="45262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3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전달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 종료 즉시 본부 옆 점수집계 부스로 — 고연준 · 이주환 (노트북 2대)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63640" y="452628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FFF6E5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92240" y="4645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브리핑에서 확인 — 원문 대비 배정 차이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19672" y="4956048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색깔 판 뒤집기 — 보조 4명 필요, 배정 3명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계주 — 심판 4명(시작1+트랙3) 필요, 배정 주심1+보조2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촬영(유주영·최준혁 12:00~18:10) — 제기차기 운영·피구 보조심판과 겹침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52881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'스포츠데이 컨텐츠팀.docx' (점수표·대진·심판 표 원문 발췌) · 배정 차이는 인원관리표와의 대조 결과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HI-Side Out 현장 운영 보드</dc:title>
  <dc:subject>PptxGenJS Presentation</dc:subject>
  <dc:creator>스포츠데이 기획팀</dc:creator>
  <cp:lastModifiedBy>스포츠데이 기획팀</cp:lastModifiedBy>
  <cp:revision>1</cp:revision>
  <dcterms:created xsi:type="dcterms:W3CDTF">2026-09-18T07:26:26Z</dcterms:created>
  <dcterms:modified xsi:type="dcterms:W3CDTF">2026-09-18T07:26:26Z</dcterms:modified>
</cp:coreProperties>
</file>