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Skxt1zgfBOsiUqMpKPRwsu5lg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58d9f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4b58d9fd3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b0179df2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4b0179df29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b0179df2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b0179df29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e436d16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7e436d16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4b58d9fd37_0_0"/>
          <p:cNvPicPr preferRelativeResize="0"/>
          <p:nvPr/>
        </p:nvPicPr>
        <p:blipFill rotWithShape="1">
          <a:blip r:embed="rId3">
            <a:alphaModFix/>
          </a:blip>
          <a:srcRect b="12027" l="7459" r="19553" t="12942"/>
          <a:stretch/>
        </p:blipFill>
        <p:spPr>
          <a:xfrm>
            <a:off x="1976408" y="1063084"/>
            <a:ext cx="8376466" cy="496085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4b58d9fd37_0_0"/>
          <p:cNvSpPr/>
          <p:nvPr/>
        </p:nvSpPr>
        <p:spPr>
          <a:xfrm flipH="1">
            <a:off x="8148164" y="4127783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g34b58d9fd37_0_0"/>
          <p:cNvSpPr/>
          <p:nvPr/>
        </p:nvSpPr>
        <p:spPr>
          <a:xfrm flipH="1">
            <a:off x="7827355" y="4373814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g34b58d9fd37_0_0"/>
          <p:cNvSpPr/>
          <p:nvPr/>
        </p:nvSpPr>
        <p:spPr>
          <a:xfrm flipH="1" rot="5400000">
            <a:off x="8703183" y="2220897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4b58d9fd37_0_0"/>
          <p:cNvSpPr/>
          <p:nvPr/>
        </p:nvSpPr>
        <p:spPr>
          <a:xfrm flipH="1">
            <a:off x="7086090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g34b58d9fd37_0_0"/>
          <p:cNvSpPr/>
          <p:nvPr/>
        </p:nvSpPr>
        <p:spPr>
          <a:xfrm flipH="1">
            <a:off x="468209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g34b58d9fd37_0_0"/>
          <p:cNvSpPr/>
          <p:nvPr/>
        </p:nvSpPr>
        <p:spPr>
          <a:xfrm flipH="1">
            <a:off x="519182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g34b58d9fd37_0_0"/>
          <p:cNvSpPr/>
          <p:nvPr/>
        </p:nvSpPr>
        <p:spPr>
          <a:xfrm flipH="1">
            <a:off x="6648687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g34b58d9fd37_0_0"/>
          <p:cNvSpPr/>
          <p:nvPr/>
        </p:nvSpPr>
        <p:spPr>
          <a:xfrm flipH="1">
            <a:off x="6211285" y="2172039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g34b58d9fd37_0_0"/>
          <p:cNvSpPr/>
          <p:nvPr/>
        </p:nvSpPr>
        <p:spPr>
          <a:xfrm flipH="1">
            <a:off x="6004330" y="1888137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g34b58d9fd37_0_0"/>
          <p:cNvSpPr/>
          <p:nvPr/>
        </p:nvSpPr>
        <p:spPr>
          <a:xfrm flipH="1">
            <a:off x="5701554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g34b58d9fd37_0_0"/>
          <p:cNvSpPr/>
          <p:nvPr/>
        </p:nvSpPr>
        <p:spPr>
          <a:xfrm flipH="1" rot="5400000">
            <a:off x="8703183" y="2666786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g34b58d9fd37_0_0"/>
          <p:cNvSpPr/>
          <p:nvPr/>
        </p:nvSpPr>
        <p:spPr>
          <a:xfrm flipH="1">
            <a:off x="7506545" y="4619845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g34b58d9fd37_0_0"/>
          <p:cNvSpPr txBox="1"/>
          <p:nvPr/>
        </p:nvSpPr>
        <p:spPr>
          <a:xfrm>
            <a:off x="359975" y="205800"/>
            <a:ext cx="499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행사 시작 전(~점심)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g34b58d9fd37_0_0"/>
          <p:cNvSpPr txBox="1"/>
          <p:nvPr/>
        </p:nvSpPr>
        <p:spPr>
          <a:xfrm>
            <a:off x="5448225" y="1454900"/>
            <a:ext cx="14328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하클 총괄 부스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g34b58d9fd37_0_0"/>
          <p:cNvSpPr txBox="1"/>
          <p:nvPr/>
        </p:nvSpPr>
        <p:spPr>
          <a:xfrm>
            <a:off x="6881023" y="1506625"/>
            <a:ext cx="2670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앰프 및 사회자 대기 천막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0" name="Google Shape;100;g34b58d9fd37_0_0"/>
          <p:cNvCxnSpPr>
            <a:stCxn id="92" idx="1"/>
            <a:endCxn id="99" idx="1"/>
          </p:cNvCxnSpPr>
          <p:nvPr/>
        </p:nvCxnSpPr>
        <p:spPr>
          <a:xfrm flipH="1" rot="10800000">
            <a:off x="6531985" y="1665639"/>
            <a:ext cx="3489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g34b58d9fd37_0_0"/>
          <p:cNvCxnSpPr>
            <a:endCxn id="98" idx="2"/>
          </p:cNvCxnSpPr>
          <p:nvPr/>
        </p:nvCxnSpPr>
        <p:spPr>
          <a:xfrm rot="10800000">
            <a:off x="6164625" y="1773200"/>
            <a:ext cx="2460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g34b58d9fd37_0_0"/>
          <p:cNvSpPr txBox="1"/>
          <p:nvPr/>
        </p:nvSpPr>
        <p:spPr>
          <a:xfrm>
            <a:off x="8987725" y="23418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출석체크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점심, 단체복 배부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g34b58d9fd37_0_0"/>
          <p:cNvSpPr txBox="1"/>
          <p:nvPr/>
        </p:nvSpPr>
        <p:spPr>
          <a:xfrm>
            <a:off x="8785525" y="4124650"/>
            <a:ext cx="14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g34b58d9fd37_0_0"/>
          <p:cNvSpPr txBox="1"/>
          <p:nvPr/>
        </p:nvSpPr>
        <p:spPr>
          <a:xfrm>
            <a:off x="8468875" y="40595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제기차기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34b58d9fd37_0_0"/>
          <p:cNvSpPr txBox="1"/>
          <p:nvPr/>
        </p:nvSpPr>
        <p:spPr>
          <a:xfrm>
            <a:off x="8148050" y="44007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참참참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g34b58d9fd37_0_0"/>
          <p:cNvSpPr txBox="1"/>
          <p:nvPr/>
        </p:nvSpPr>
        <p:spPr>
          <a:xfrm>
            <a:off x="7827250" y="47149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줄넘기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4b0179df29_0_74"/>
          <p:cNvPicPr preferRelativeResize="0"/>
          <p:nvPr/>
        </p:nvPicPr>
        <p:blipFill rotWithShape="1">
          <a:blip r:embed="rId3">
            <a:alphaModFix/>
          </a:blip>
          <a:srcRect b="12027" l="7459" r="19553" t="12942"/>
          <a:stretch/>
        </p:blipFill>
        <p:spPr>
          <a:xfrm>
            <a:off x="1976408" y="1063084"/>
            <a:ext cx="8376466" cy="49608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4b0179df29_0_74"/>
          <p:cNvSpPr/>
          <p:nvPr/>
        </p:nvSpPr>
        <p:spPr>
          <a:xfrm flipH="1">
            <a:off x="8148164" y="4127783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34b0179df29_0_74"/>
          <p:cNvSpPr/>
          <p:nvPr/>
        </p:nvSpPr>
        <p:spPr>
          <a:xfrm flipH="1">
            <a:off x="7827355" y="4373814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g34b0179df29_0_74"/>
          <p:cNvSpPr/>
          <p:nvPr/>
        </p:nvSpPr>
        <p:spPr>
          <a:xfrm flipH="1" rot="5400000">
            <a:off x="8703183" y="2220897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g34b0179df29_0_74"/>
          <p:cNvSpPr/>
          <p:nvPr/>
        </p:nvSpPr>
        <p:spPr>
          <a:xfrm flipH="1">
            <a:off x="7086090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g34b0179df29_0_74"/>
          <p:cNvSpPr/>
          <p:nvPr/>
        </p:nvSpPr>
        <p:spPr>
          <a:xfrm flipH="1">
            <a:off x="468209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g34b0179df29_0_74"/>
          <p:cNvSpPr/>
          <p:nvPr/>
        </p:nvSpPr>
        <p:spPr>
          <a:xfrm flipH="1">
            <a:off x="519182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g34b0179df29_0_74"/>
          <p:cNvSpPr/>
          <p:nvPr/>
        </p:nvSpPr>
        <p:spPr>
          <a:xfrm flipH="1">
            <a:off x="6648687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g34b0179df29_0_74"/>
          <p:cNvSpPr/>
          <p:nvPr/>
        </p:nvSpPr>
        <p:spPr>
          <a:xfrm flipH="1">
            <a:off x="6211285" y="2172039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g34b0179df29_0_74"/>
          <p:cNvSpPr/>
          <p:nvPr/>
        </p:nvSpPr>
        <p:spPr>
          <a:xfrm flipH="1">
            <a:off x="6004330" y="1888137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g34b0179df29_0_74"/>
          <p:cNvSpPr/>
          <p:nvPr/>
        </p:nvSpPr>
        <p:spPr>
          <a:xfrm flipH="1">
            <a:off x="5701554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g34b0179df29_0_74"/>
          <p:cNvSpPr/>
          <p:nvPr/>
        </p:nvSpPr>
        <p:spPr>
          <a:xfrm flipH="1" rot="5400000">
            <a:off x="8703183" y="2666786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g34b0179df29_0_74"/>
          <p:cNvSpPr/>
          <p:nvPr/>
        </p:nvSpPr>
        <p:spPr>
          <a:xfrm flipH="1">
            <a:off x="7506545" y="4619845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g34b0179df29_0_74"/>
          <p:cNvSpPr txBox="1"/>
          <p:nvPr/>
        </p:nvSpPr>
        <p:spPr>
          <a:xfrm>
            <a:off x="359975" y="205800"/>
            <a:ext cx="499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1부 행사 배치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g34b0179df29_0_74"/>
          <p:cNvSpPr txBox="1"/>
          <p:nvPr/>
        </p:nvSpPr>
        <p:spPr>
          <a:xfrm>
            <a:off x="5448225" y="1454900"/>
            <a:ext cx="14328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하클 총괄 부스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g34b0179df29_0_74"/>
          <p:cNvSpPr txBox="1"/>
          <p:nvPr/>
        </p:nvSpPr>
        <p:spPr>
          <a:xfrm>
            <a:off x="6881023" y="1506625"/>
            <a:ext cx="2670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앰프 및 사회자 대기 천막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7" name="Google Shape;127;g34b0179df29_0_74"/>
          <p:cNvCxnSpPr>
            <a:stCxn id="119" idx="1"/>
            <a:endCxn id="126" idx="1"/>
          </p:cNvCxnSpPr>
          <p:nvPr/>
        </p:nvCxnSpPr>
        <p:spPr>
          <a:xfrm flipH="1" rot="10800000">
            <a:off x="6531985" y="1665639"/>
            <a:ext cx="3489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4b0179df29_0_74"/>
          <p:cNvCxnSpPr>
            <a:endCxn id="125" idx="2"/>
          </p:cNvCxnSpPr>
          <p:nvPr/>
        </p:nvCxnSpPr>
        <p:spPr>
          <a:xfrm rot="10800000">
            <a:off x="6164625" y="1773200"/>
            <a:ext cx="2460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g34b0179df29_0_74"/>
          <p:cNvSpPr txBox="1"/>
          <p:nvPr/>
        </p:nvSpPr>
        <p:spPr>
          <a:xfrm>
            <a:off x="8987725" y="23418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의무대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34b0179df29_0_74"/>
          <p:cNvSpPr txBox="1"/>
          <p:nvPr/>
        </p:nvSpPr>
        <p:spPr>
          <a:xfrm>
            <a:off x="8785525" y="4124650"/>
            <a:ext cx="14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g34b0179df29_0_74"/>
          <p:cNvSpPr txBox="1"/>
          <p:nvPr/>
        </p:nvSpPr>
        <p:spPr>
          <a:xfrm>
            <a:off x="8468875" y="40595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제기차기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g34b0179df29_0_74"/>
          <p:cNvSpPr txBox="1"/>
          <p:nvPr/>
        </p:nvSpPr>
        <p:spPr>
          <a:xfrm>
            <a:off x="8148050" y="44007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참참참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g34b0179df29_0_74"/>
          <p:cNvSpPr txBox="1"/>
          <p:nvPr/>
        </p:nvSpPr>
        <p:spPr>
          <a:xfrm>
            <a:off x="7827250" y="47149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줄넘기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4b0179df29_0_100"/>
          <p:cNvPicPr preferRelativeResize="0"/>
          <p:nvPr/>
        </p:nvPicPr>
        <p:blipFill rotWithShape="1">
          <a:blip r:embed="rId3">
            <a:alphaModFix/>
          </a:blip>
          <a:srcRect b="12027" l="7459" r="19553" t="12942"/>
          <a:stretch/>
        </p:blipFill>
        <p:spPr>
          <a:xfrm>
            <a:off x="1976408" y="1063084"/>
            <a:ext cx="8376466" cy="496085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4b0179df29_0_100"/>
          <p:cNvSpPr/>
          <p:nvPr/>
        </p:nvSpPr>
        <p:spPr>
          <a:xfrm flipH="1">
            <a:off x="8148164" y="4127783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g34b0179df29_0_100"/>
          <p:cNvSpPr/>
          <p:nvPr/>
        </p:nvSpPr>
        <p:spPr>
          <a:xfrm flipH="1">
            <a:off x="7827355" y="4373814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g34b0179df29_0_100"/>
          <p:cNvSpPr/>
          <p:nvPr/>
        </p:nvSpPr>
        <p:spPr>
          <a:xfrm flipH="1" rot="5400000">
            <a:off x="8703183" y="2220897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g34b0179df29_0_100"/>
          <p:cNvSpPr/>
          <p:nvPr/>
        </p:nvSpPr>
        <p:spPr>
          <a:xfrm flipH="1">
            <a:off x="7086090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g34b0179df29_0_100"/>
          <p:cNvSpPr/>
          <p:nvPr/>
        </p:nvSpPr>
        <p:spPr>
          <a:xfrm flipH="1">
            <a:off x="468209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g34b0179df29_0_100"/>
          <p:cNvSpPr/>
          <p:nvPr/>
        </p:nvSpPr>
        <p:spPr>
          <a:xfrm flipH="1">
            <a:off x="5191823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g34b0179df29_0_100"/>
          <p:cNvSpPr/>
          <p:nvPr/>
        </p:nvSpPr>
        <p:spPr>
          <a:xfrm flipH="1">
            <a:off x="6648687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4b0179df29_0_100"/>
          <p:cNvSpPr/>
          <p:nvPr/>
        </p:nvSpPr>
        <p:spPr>
          <a:xfrm flipH="1">
            <a:off x="6211285" y="2172039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34b0179df29_0_100"/>
          <p:cNvSpPr/>
          <p:nvPr/>
        </p:nvSpPr>
        <p:spPr>
          <a:xfrm flipH="1">
            <a:off x="6004330" y="1888137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g34b0179df29_0_100"/>
          <p:cNvSpPr/>
          <p:nvPr/>
        </p:nvSpPr>
        <p:spPr>
          <a:xfrm flipH="1">
            <a:off x="5701554" y="2172039"/>
            <a:ext cx="320700" cy="246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g34b0179df29_0_100"/>
          <p:cNvSpPr/>
          <p:nvPr/>
        </p:nvSpPr>
        <p:spPr>
          <a:xfrm flipH="1" rot="5400000">
            <a:off x="8703183" y="2666786"/>
            <a:ext cx="330000" cy="239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g34b0179df29_0_100"/>
          <p:cNvSpPr/>
          <p:nvPr/>
        </p:nvSpPr>
        <p:spPr>
          <a:xfrm flipH="1">
            <a:off x="7506545" y="4619845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g34b0179df29_0_100"/>
          <p:cNvSpPr txBox="1"/>
          <p:nvPr/>
        </p:nvSpPr>
        <p:spPr>
          <a:xfrm>
            <a:off x="359975" y="205800"/>
            <a:ext cx="499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2부 행사 배치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34b0179df29_0_100"/>
          <p:cNvSpPr txBox="1"/>
          <p:nvPr/>
        </p:nvSpPr>
        <p:spPr>
          <a:xfrm>
            <a:off x="5448225" y="1454900"/>
            <a:ext cx="14328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하클 총괄 부스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g34b0179df29_0_100"/>
          <p:cNvSpPr txBox="1"/>
          <p:nvPr/>
        </p:nvSpPr>
        <p:spPr>
          <a:xfrm>
            <a:off x="6881023" y="1506625"/>
            <a:ext cx="2670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앰프 및 사회자 대기 천막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4" name="Google Shape;154;g34b0179df29_0_100"/>
          <p:cNvCxnSpPr>
            <a:stCxn id="146" idx="1"/>
            <a:endCxn id="153" idx="1"/>
          </p:cNvCxnSpPr>
          <p:nvPr/>
        </p:nvCxnSpPr>
        <p:spPr>
          <a:xfrm flipH="1" rot="10800000">
            <a:off x="6531985" y="1665639"/>
            <a:ext cx="3489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g34b0179df29_0_100"/>
          <p:cNvCxnSpPr>
            <a:endCxn id="152" idx="2"/>
          </p:cNvCxnSpPr>
          <p:nvPr/>
        </p:nvCxnSpPr>
        <p:spPr>
          <a:xfrm rot="10800000">
            <a:off x="6164625" y="1773200"/>
            <a:ext cx="2460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g34b0179df29_0_100"/>
          <p:cNvSpPr txBox="1"/>
          <p:nvPr/>
        </p:nvSpPr>
        <p:spPr>
          <a:xfrm>
            <a:off x="8987725" y="23418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의무대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g34b0179df29_0_100"/>
          <p:cNvSpPr txBox="1"/>
          <p:nvPr/>
        </p:nvSpPr>
        <p:spPr>
          <a:xfrm>
            <a:off x="8785525" y="4124650"/>
            <a:ext cx="14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34b0179df29_0_100"/>
          <p:cNvSpPr txBox="1"/>
          <p:nvPr/>
        </p:nvSpPr>
        <p:spPr>
          <a:xfrm>
            <a:off x="8468875" y="40595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딱지치기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g34b0179df29_0_100"/>
          <p:cNvSpPr txBox="1"/>
          <p:nvPr/>
        </p:nvSpPr>
        <p:spPr>
          <a:xfrm>
            <a:off x="8148050" y="44007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림보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g34b0179df29_0_100"/>
          <p:cNvSpPr txBox="1"/>
          <p:nvPr/>
        </p:nvSpPr>
        <p:spPr>
          <a:xfrm>
            <a:off x="7827250" y="47149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병뚜껑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 b="12027" l="7459" r="19553" t="12942"/>
          <a:stretch/>
        </p:blipFill>
        <p:spPr>
          <a:xfrm>
            <a:off x="1976408" y="1063084"/>
            <a:ext cx="8376467" cy="49608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/>
          <p:nvPr/>
        </p:nvSpPr>
        <p:spPr>
          <a:xfrm flipH="1">
            <a:off x="8148055" y="4127783"/>
            <a:ext cx="320810" cy="246031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"/>
          <p:cNvSpPr/>
          <p:nvPr/>
        </p:nvSpPr>
        <p:spPr>
          <a:xfrm flipH="1">
            <a:off x="7827245" y="4373814"/>
            <a:ext cx="320810" cy="246031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"/>
          <p:cNvSpPr/>
          <p:nvPr/>
        </p:nvSpPr>
        <p:spPr>
          <a:xfrm flipH="1" rot="5400000">
            <a:off x="8703138" y="2220852"/>
            <a:ext cx="330041" cy="239149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1"/>
          <p:cNvSpPr/>
          <p:nvPr/>
        </p:nvSpPr>
        <p:spPr>
          <a:xfrm flipH="1">
            <a:off x="7085981" y="2172039"/>
            <a:ext cx="320810" cy="246031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1"/>
          <p:cNvSpPr/>
          <p:nvPr/>
        </p:nvSpPr>
        <p:spPr>
          <a:xfrm flipH="1">
            <a:off x="4681983" y="2172039"/>
            <a:ext cx="320810" cy="246031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1"/>
          <p:cNvSpPr/>
          <p:nvPr/>
        </p:nvSpPr>
        <p:spPr>
          <a:xfrm flipH="1">
            <a:off x="5191714" y="2172039"/>
            <a:ext cx="320810" cy="246031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1"/>
          <p:cNvSpPr/>
          <p:nvPr/>
        </p:nvSpPr>
        <p:spPr>
          <a:xfrm flipH="1">
            <a:off x="6648578" y="2172039"/>
            <a:ext cx="320810" cy="246031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1"/>
          <p:cNvSpPr/>
          <p:nvPr/>
        </p:nvSpPr>
        <p:spPr>
          <a:xfrm flipH="1">
            <a:off x="6211175" y="2172039"/>
            <a:ext cx="320810" cy="246031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"/>
          <p:cNvSpPr/>
          <p:nvPr/>
        </p:nvSpPr>
        <p:spPr>
          <a:xfrm flipH="1">
            <a:off x="6004221" y="1888137"/>
            <a:ext cx="320810" cy="246031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"/>
          <p:cNvSpPr/>
          <p:nvPr/>
        </p:nvSpPr>
        <p:spPr>
          <a:xfrm flipH="1">
            <a:off x="5701445" y="2172039"/>
            <a:ext cx="320810" cy="246031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1"/>
          <p:cNvSpPr/>
          <p:nvPr/>
        </p:nvSpPr>
        <p:spPr>
          <a:xfrm flipH="1" rot="5400000">
            <a:off x="8703138" y="2666741"/>
            <a:ext cx="330041" cy="239149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1"/>
          <p:cNvSpPr/>
          <p:nvPr/>
        </p:nvSpPr>
        <p:spPr>
          <a:xfrm flipH="1">
            <a:off x="7506436" y="4619845"/>
            <a:ext cx="320810" cy="246031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59975" y="205800"/>
            <a:ext cx="499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전기 배치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5448225" y="1454900"/>
            <a:ext cx="14328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하클 총괄 부스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6881023" y="1506625"/>
            <a:ext cx="2670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앰프 및 사회자 대기 천막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1" name="Google Shape;181;p1"/>
          <p:cNvCxnSpPr>
            <a:stCxn id="173" idx="1"/>
            <a:endCxn id="180" idx="1"/>
          </p:cNvCxnSpPr>
          <p:nvPr/>
        </p:nvCxnSpPr>
        <p:spPr>
          <a:xfrm flipH="1" rot="10800000">
            <a:off x="6531985" y="1665654"/>
            <a:ext cx="3489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"/>
          <p:cNvCxnSpPr>
            <a:endCxn id="179" idx="2"/>
          </p:cNvCxnSpPr>
          <p:nvPr/>
        </p:nvCxnSpPr>
        <p:spPr>
          <a:xfrm rot="10800000">
            <a:off x="6164625" y="1773200"/>
            <a:ext cx="2460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"/>
          <p:cNvSpPr txBox="1"/>
          <p:nvPr/>
        </p:nvSpPr>
        <p:spPr>
          <a:xfrm>
            <a:off x="8987725" y="2341875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출석체크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점심, 단체복 배부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8785525" y="4124650"/>
            <a:ext cx="14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5888175" y="1774300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1"/>
          <p:cNvSpPr txBox="1"/>
          <p:nvPr/>
        </p:nvSpPr>
        <p:spPr>
          <a:xfrm>
            <a:off x="8468875" y="40595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8148050" y="4551613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미니게임 부스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6095125" y="2027375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8591700" y="2103575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8591700" y="2581650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6969375" y="1211513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2개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5508175" y="1211513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2개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9228800" y="2018288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3개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8638525" y="4124638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3</a:t>
            </a: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7e436d1632_0_0"/>
          <p:cNvPicPr preferRelativeResize="0"/>
          <p:nvPr/>
        </p:nvPicPr>
        <p:blipFill rotWithShape="1">
          <a:blip r:embed="rId3">
            <a:alphaModFix/>
          </a:blip>
          <a:srcRect b="12027" l="7459" r="19553" t="12942"/>
          <a:stretch/>
        </p:blipFill>
        <p:spPr>
          <a:xfrm>
            <a:off x="1976408" y="1063084"/>
            <a:ext cx="8376466" cy="496085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7e436d1632_0_0"/>
          <p:cNvSpPr/>
          <p:nvPr/>
        </p:nvSpPr>
        <p:spPr>
          <a:xfrm flipH="1" rot="5400000">
            <a:off x="8703183" y="2220897"/>
            <a:ext cx="330000" cy="239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g37e436d1632_0_0"/>
          <p:cNvSpPr/>
          <p:nvPr/>
        </p:nvSpPr>
        <p:spPr>
          <a:xfrm flipH="1">
            <a:off x="6211285" y="2172039"/>
            <a:ext cx="320700" cy="246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g37e436d1632_0_0"/>
          <p:cNvSpPr/>
          <p:nvPr/>
        </p:nvSpPr>
        <p:spPr>
          <a:xfrm flipH="1">
            <a:off x="6004330" y="1888137"/>
            <a:ext cx="320700" cy="246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g37e436d1632_0_0"/>
          <p:cNvSpPr/>
          <p:nvPr/>
        </p:nvSpPr>
        <p:spPr>
          <a:xfrm flipH="1" rot="5400000">
            <a:off x="8703183" y="2666786"/>
            <a:ext cx="330000" cy="239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g37e436d1632_0_0"/>
          <p:cNvSpPr txBox="1"/>
          <p:nvPr/>
        </p:nvSpPr>
        <p:spPr>
          <a:xfrm>
            <a:off x="359975" y="205800"/>
            <a:ext cx="499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전기 배치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37e436d1632_0_0"/>
          <p:cNvSpPr txBox="1"/>
          <p:nvPr/>
        </p:nvSpPr>
        <p:spPr>
          <a:xfrm>
            <a:off x="8785525" y="4124650"/>
            <a:ext cx="14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g37e436d1632_0_0"/>
          <p:cNvSpPr/>
          <p:nvPr/>
        </p:nvSpPr>
        <p:spPr>
          <a:xfrm>
            <a:off x="5888225" y="1774275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g37e436d1632_0_0"/>
          <p:cNvSpPr txBox="1"/>
          <p:nvPr/>
        </p:nvSpPr>
        <p:spPr>
          <a:xfrm>
            <a:off x="8468875" y="4059550"/>
            <a:ext cx="1726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g37e436d1632_0_0"/>
          <p:cNvSpPr/>
          <p:nvPr/>
        </p:nvSpPr>
        <p:spPr>
          <a:xfrm>
            <a:off x="6095175" y="2058200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g37e436d1632_0_0"/>
          <p:cNvSpPr/>
          <p:nvPr/>
        </p:nvSpPr>
        <p:spPr>
          <a:xfrm>
            <a:off x="8591700" y="2103575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g37e436d1632_0_0"/>
          <p:cNvSpPr/>
          <p:nvPr/>
        </p:nvSpPr>
        <p:spPr>
          <a:xfrm>
            <a:off x="8591700" y="2581650"/>
            <a:ext cx="552900" cy="4737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2025-04-11T11:04:11Z</dcterms:created>
  <dc:creator>으이꿘 ..</dc:creator>
</cp:coreProperties>
</file>